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7/23/2026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E37B-17E5-1836-FA59-6ECED759D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7200"/>
              <a:t>Regular Expressions for Real-World Text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8C675-A688-132B-FCF1-11A3F5456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Presented by:	</a:t>
            </a:r>
          </a:p>
          <a:p>
            <a:r>
              <a:rPr lang="en-US"/>
              <a:t>	Abinesh H (192424387)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8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A813-EAB1-15A9-0052-85A06B03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to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CEAF-8AEA-A096-5D00-D0374E42A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/>
              <a:t>What are Regular Expressions?</a:t>
            </a:r>
          </a:p>
          <a:p>
            <a:r>
              <a:rPr lang="en-IN"/>
              <a:t>Regular Expressions (Regex) are patterns used to search, match, and manipulate text. </a:t>
            </a:r>
          </a:p>
          <a:p>
            <a:r>
              <a:rPr lang="en-IN"/>
              <a:t>They help identify specific sequences of characters within large datasets. </a:t>
            </a:r>
          </a:p>
          <a:p>
            <a:r>
              <a:rPr lang="en-IN"/>
              <a:t>Regex is supported in programming languages such as Python, Java, JavaScript, C++, and many database systems. </a:t>
            </a:r>
          </a:p>
          <a:p>
            <a:r>
              <a:rPr lang="en-IN"/>
              <a:t>Widely used in data cleaning, validation, search engines, and Natural Language Processing (NLP). </a:t>
            </a:r>
          </a:p>
          <a:p>
            <a:pPr marL="0" indent="0">
              <a:buNone/>
            </a:pPr>
            <a:r>
              <a:rPr lang="en-IN" b="1"/>
              <a:t>Example</a:t>
            </a:r>
            <a:endParaRPr lang="en-IN"/>
          </a:p>
          <a:p>
            <a:r>
              <a:rPr lang="en-IN"/>
              <a:t>Pattern: \d+</a:t>
            </a:r>
          </a:p>
          <a:p>
            <a:r>
              <a:rPr lang="en-IN"/>
              <a:t>Matches: 123, 4567, 98</a:t>
            </a:r>
          </a:p>
        </p:txBody>
      </p:sp>
    </p:spTree>
    <p:extLst>
      <p:ext uri="{BB962C8B-B14F-4D97-AF65-F5344CB8AC3E}">
        <p14:creationId xmlns:p14="http://schemas.microsoft.com/office/powerpoint/2010/main" val="387357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0FC9-700D-2A2A-928F-4A1E6CDA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Use Regular Expressions?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C010-AE8E-2AE2-8DA9-A32158387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Importance of Regex</a:t>
            </a:r>
          </a:p>
          <a:p>
            <a:r>
              <a:rPr lang="en-IN"/>
              <a:t>Fast and efficient text searching </a:t>
            </a:r>
          </a:p>
          <a:p>
            <a:r>
              <a:rPr lang="en-IN"/>
              <a:t>Automates repetitive text-processing tasks </a:t>
            </a:r>
          </a:p>
          <a:p>
            <a:r>
              <a:rPr lang="en-IN"/>
              <a:t>Reduces manual effort in data cleaning </a:t>
            </a:r>
          </a:p>
          <a:p>
            <a:r>
              <a:rPr lang="en-IN"/>
              <a:t>Ensures accurate data validation </a:t>
            </a:r>
          </a:p>
          <a:p>
            <a:r>
              <a:rPr lang="en-IN"/>
              <a:t>Handles structured and semi-structured text </a:t>
            </a:r>
          </a:p>
          <a:p>
            <a:r>
              <a:rPr lang="en-IN"/>
              <a:t>Essential for preprocessing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83120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5024-4A41-0A57-6C73-0CB3E85B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Validation Using 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99E04-BF7B-EB5E-3B1E-9437D5B0E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/>
              <a:t>Validating User Input</a:t>
            </a:r>
          </a:p>
          <a:p>
            <a:r>
              <a:rPr lang="en-IN"/>
              <a:t>Regex ensures that user inputs follow predefined formats.</a:t>
            </a:r>
          </a:p>
          <a:p>
            <a:pPr marL="0" indent="0">
              <a:buNone/>
            </a:pPr>
            <a:r>
              <a:rPr lang="en-IN" b="1"/>
              <a:t>Common Applications</a:t>
            </a:r>
          </a:p>
          <a:p>
            <a:r>
              <a:rPr lang="en-IN"/>
              <a:t>Email validation </a:t>
            </a:r>
          </a:p>
          <a:p>
            <a:r>
              <a:rPr lang="en-IN"/>
              <a:t>Phone number validation </a:t>
            </a:r>
          </a:p>
          <a:p>
            <a:r>
              <a:rPr lang="en-IN"/>
              <a:t>Password validation </a:t>
            </a:r>
          </a:p>
          <a:p>
            <a:r>
              <a:rPr lang="en-IN"/>
              <a:t>PIN code verification </a:t>
            </a:r>
          </a:p>
          <a:p>
            <a:r>
              <a:rPr lang="en-IN"/>
              <a:t>URL validation </a:t>
            </a:r>
          </a:p>
          <a:p>
            <a:r>
              <a:rPr lang="en-IN"/>
              <a:t>Date format checking </a:t>
            </a:r>
          </a:p>
          <a:p>
            <a:pPr marL="0" indent="0">
              <a:buNone/>
            </a:pPr>
            <a:r>
              <a:rPr lang="en-IN" b="1"/>
              <a:t>Example Patterns</a:t>
            </a:r>
          </a:p>
          <a:p>
            <a:pPr marL="0" indent="0">
              <a:buNone/>
            </a:pPr>
            <a:r>
              <a:rPr lang="en-IN" b="1"/>
              <a:t>Email</a:t>
            </a:r>
            <a:endParaRPr lang="en-IN"/>
          </a:p>
          <a:p>
            <a:r>
              <a:rPr lang="en-IN"/>
              <a:t>^[A-Za-z0-9._%+-]+@[A-Za-z0-9.-]+\.[A-Za-z]{2,}$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30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298B-9200-3CC1-AA1D-2C75A517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Text Extraction Using Regex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CE2A0-80F1-47D6-6FBD-D2C6AAFDC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Extracting Important Information</a:t>
            </a:r>
          </a:p>
          <a:p>
            <a:r>
              <a:rPr lang="en-IN"/>
              <a:t>Regex helps retrieve useful information from large text documents.</a:t>
            </a:r>
          </a:p>
          <a:p>
            <a:pPr marL="0" indent="0">
              <a:buNone/>
            </a:pPr>
            <a:r>
              <a:rPr lang="en-IN" b="1"/>
              <a:t>Examples</a:t>
            </a:r>
          </a:p>
          <a:p>
            <a:r>
              <a:rPr lang="en-IN"/>
              <a:t>Email addresses </a:t>
            </a:r>
          </a:p>
          <a:p>
            <a:r>
              <a:rPr lang="en-IN"/>
              <a:t>Phone numbers </a:t>
            </a:r>
          </a:p>
          <a:p>
            <a:r>
              <a:rPr lang="en-IN"/>
              <a:t>Dates, etc.</a:t>
            </a:r>
          </a:p>
          <a:p>
            <a:pPr marL="0" indent="0">
              <a:buNone/>
            </a:pPr>
            <a:r>
              <a:rPr lang="en-IN" b="1"/>
              <a:t>Example text</a:t>
            </a:r>
          </a:p>
          <a:p>
            <a:r>
              <a:rPr lang="en-IN"/>
              <a:t>Contact: abc@gmail.com</a:t>
            </a:r>
          </a:p>
          <a:p>
            <a:r>
              <a:rPr lang="en-IN"/>
              <a:t>Phone: 9876543210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81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A0C4-79AF-2FE0-EE8D-D483335A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Advantages and Limitations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175A31-3CD9-B321-5989-B4D0AE2D2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958541"/>
              </p:ext>
            </p:extLst>
          </p:nvPr>
        </p:nvGraphicFramePr>
        <p:xfrm>
          <a:off x="1069975" y="2120900"/>
          <a:ext cx="10058400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4101567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042805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1"/>
                          </a:solidFill>
                        </a:rPr>
                        <a:t>Advantages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621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Fast text processing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High accuracy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Easy automation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Reduces manual work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Works across multiple programming languages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Handles complex search patterns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Difficult to write complex patterns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Can reduce readability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May become computationally expensive for very large inputs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Not suitable for understanding deep semantic meaning of text</a:t>
                      </a:r>
                    </a:p>
                    <a:p>
                      <a:pPr algn="l"/>
                      <a:endParaRPr lang="en-I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555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315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{CDAAD00D-4FDA-4AE5-8257-2369769BF262}TF2ec419c9-97c3-4958-b02a-0886397d33afcfe10e4b-d68909c4b1b0</Template>
  <TotalTime>50</TotalTime>
  <Words>275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Rockwell</vt:lpstr>
      <vt:lpstr>Rockwell Condensed</vt:lpstr>
      <vt:lpstr>Wingdings</vt:lpstr>
      <vt:lpstr>Wood Type</vt:lpstr>
      <vt:lpstr>Regular Expressions for Real-World Text Processing</vt:lpstr>
      <vt:lpstr>Introduction to Regular Expressions</vt:lpstr>
      <vt:lpstr>Why Use Regular Expressions?</vt:lpstr>
      <vt:lpstr>Data Validation Using Regex</vt:lpstr>
      <vt:lpstr>Text Extraction Using Regex </vt:lpstr>
      <vt:lpstr>Advantages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abihrtam123@outlook.com</dc:creator>
  <cp:lastModifiedBy>abihrtam123@outlook.com</cp:lastModifiedBy>
  <cp:revision>1</cp:revision>
  <dcterms:created xsi:type="dcterms:W3CDTF">2026-07-23T07:52:06Z</dcterms:created>
  <dcterms:modified xsi:type="dcterms:W3CDTF">2026-07-23T08:43:01Z</dcterms:modified>
</cp:coreProperties>
</file>